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93192"/>
            <a:ext cx="1591056" cy="87045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1371600" cy="650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572768"/>
            <a:ext cx="1105783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DATA STRUCTURES AND ALGORITHMS-3  ·  25CS2103E  ·  PROJECT BASED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1057839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8FAFC"/>
                </a:solidFill>
                <a:latin typeface="Segoe UI"/>
              </a:rPr>
              <a:t>LogInsight Analyzer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2D3EE"/>
                </a:solidFill>
                <a:latin typeface="Segoe UI"/>
              </a:rPr>
              <a:t>Algorithm-Driven Log Analysis and Incident Investigation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10128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3675887"/>
            <a:ext cx="3527450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840480"/>
            <a:ext cx="3088538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TEAM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KARKALA SHIVA REDDY  ·  2520030105
PARIPALLI NAVADEEP  ·  2520030196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3675887"/>
            <a:ext cx="3527450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1578" y="3840480"/>
            <a:ext cx="3088538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COURSE INSTRUCTOR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Dr. J Sirisha Devi
Professor, Department of Computer Science and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3675887"/>
            <a:ext cx="3527450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6772" y="3840480"/>
            <a:ext cx="3088538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INSTITUTION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Koneru Lakshmaiah Education Foundation
2026-2027, Odd Semester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93AB"/>
                </a:solidFill>
                <a:latin typeface="Segoe UI"/>
              </a:rPr>
              <a:t>Department of Computer Science and Engineering  ·  Koneru Lakshmaiah Education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7487" y="568756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An outage is never explained by one log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evidence that matters is spread across services, interleaved and out of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391759" cy="2788920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4879695" cy="23774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FBBF24"/>
                </a:solidFill>
                <a:latin typeface="Segoe UI"/>
              </a:rPr>
              <a:t>HOW THE FAILURE ARRIVES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A payment provider starts returning 502 responses. One ERROR line, one service, easy to miss.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Within minutes the order service retries, the gateway returns 504, confirmations stop, checkouts fail.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The signal is present from the first moment, diluted across ~14,000 records spanning 8 services.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A developer scrolling a flat log view never finds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81328"/>
            <a:ext cx="5391759" cy="2788920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700784"/>
            <a:ext cx="4879695" cy="23774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22D3EE"/>
                </a:solidFill>
                <a:latin typeface="Segoe UI"/>
              </a:rPr>
              <a:t>WHY PLAIN SEARCH IS NOT ENOUGH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A naive substring scan is O(nm). Re-scanning 14k records on every keystroke is wasteful and, in the worst case, quadratic in the pattern.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Worse: the engineer does not know the phrase. The message that matters is the one that actually occurred, not the one remembered.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— </a:t>
            </a:r>
            <a:r>
              <a:rPr sz="1300">
                <a:solidFill>
                  <a:srgbClr val="F8FAFC"/>
                </a:solidFill>
                <a:latin typeface="Segoe UI"/>
              </a:rPr>
              <a:t>The corpus is homogeneous in format but heterogeneous in signal, so volume alone does not identify the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90288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590288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718304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14,000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log events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deterministic seeded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4314" y="4590288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4314" y="4590288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3770" y="4718304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services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observed in the demo estate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4590288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1700" y="4590288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718304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O(nm)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naive search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the cost to beat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What the project sets out to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Every objective is stated so it can be checked, and each is checked by a test or a measured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17904"/>
            <a:ext cx="11057839" cy="804672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5720" cy="8046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64208"/>
            <a:ext cx="45720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C93AB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36776"/>
            <a:ext cx="9997135" cy="60350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8FAFC"/>
                </a:solidFill>
                <a:latin typeface="Segoe UI"/>
              </a:rPr>
              <a:t>Make the algorithm visible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3B8CE"/>
                </a:solidFill>
                <a:latin typeface="Segoe UI"/>
              </a:rPr>
              <a:t>Each algorithm's contribution is observable in the interface, not hidden behind a search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23160"/>
            <a:ext cx="11057839" cy="804672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423160"/>
            <a:ext cx="45720" cy="8046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69464"/>
            <a:ext cx="45720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C93AB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542032"/>
            <a:ext cx="9997135" cy="60350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8FAFC"/>
                </a:solidFill>
                <a:latin typeface="Segoe UI"/>
              </a:rPr>
              <a:t>Stay honest about provenance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3B8CE"/>
                </a:solidFill>
                <a:latin typeface="Segoe UI"/>
              </a:rPr>
              <a:t>Dataset replay, generated simulation and observed topology are labelled distinctly at every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28416"/>
            <a:ext cx="11057839" cy="804672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5720" cy="8046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74720"/>
            <a:ext cx="45720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C93AB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47288"/>
            <a:ext cx="9997135" cy="60350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8FAFC"/>
                </a:solidFill>
                <a:latin typeface="Segoe UI"/>
              </a:rPr>
              <a:t>Stay linear where it matters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3B8CE"/>
                </a:solidFill>
                <a:latin typeface="Segoe UI"/>
              </a:rPr>
              <a:t>Exact substring search and multi-pattern labelling are O(n) so the cost does not grow with the corpus.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33672"/>
            <a:ext cx="11057839" cy="804672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233672"/>
            <a:ext cx="45720" cy="8046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79976"/>
            <a:ext cx="45720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C93AB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352544"/>
            <a:ext cx="9997135" cy="60350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8FAFC"/>
                </a:solidFill>
                <a:latin typeface="Segoe UI"/>
              </a:rPr>
              <a:t>Keep the boundary visible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3B8CE"/>
                </a:solidFill>
                <a:latin typeface="Segoe UI"/>
              </a:rPr>
              <a:t>Of 42 catalogue algorithms, 36 are reachable through an endpoint and 13 are traceable; the interface reports which.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138928"/>
            <a:ext cx="45720" cy="8046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285232"/>
            <a:ext cx="45720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C93AB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257800"/>
            <a:ext cx="9997135" cy="60350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8FAFC"/>
                </a:solidFill>
                <a:latin typeface="Segoe UI"/>
              </a:rPr>
              <a:t>Prove it in a browser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3B8CE"/>
                </a:solidFill>
                <a:latin typeface="Segoe UI"/>
              </a:rPr>
              <a:t>Layout, contrast, keyboard access and runtime stability are asserted against the running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Conventional tooling vs LogInsight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gap is not the absence of a search box; it is the absence of traceability and honesty.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400903" cy="3145536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5400903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5035143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Conventional 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9968"/>
            <a:ext cx="5035143" cy="24505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Grep or a plain log viewer over a flat file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Substring scan repeated per query, O(nm)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The operator must already know the phrase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Any error volume is presented as a failure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Topology drawn from hand-written config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A3B8CE"/>
                </a:solidFill>
                <a:latin typeface="Segoe UI"/>
              </a:rPr>
              <a:t>· Nothing states whether the data is live or replayed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481328"/>
            <a:ext cx="5400903" cy="3145536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481328"/>
            <a:ext cx="5400903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6743" y="1627632"/>
            <a:ext cx="5035143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LogInsight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029968"/>
            <a:ext cx="5035143" cy="24505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Command center over a single loaded dataset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KMP linear exact search, no backtracking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Aho-Corasick labels every record in one pass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Levenshtein ranks a suggestion when the phrase is wrong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Topology derived from observed request trails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· Every surface labels its own 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60"/>
            <a:ext cx="11057839" cy="1188720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937760"/>
            <a:ext cx="45720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The contribution is the last two rows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A3B8CE"/>
                </a:solidFill>
                <a:latin typeface="Segoe UI"/>
              </a:rPr>
              <a:t>Traceability and provenance are what make an algorithmic tool usable during an incident: a number an operator cannot trace to its source cannot be acted on, and a graph whose provenance is unstated cannot be relied on. Both are enforced in the interface rather than only described in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Three layers, one deterministic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Each layer owns one concern, and the boundary between them is enforced in code and in the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401568" cy="3566160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3401568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048256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" y="2048256"/>
            <a:ext cx="2999232" cy="31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167128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React 18 + TypeScript SPA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Command center, Scenario Lab, Incident Workbench, Algorithm 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035808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" y="3035808"/>
            <a:ext cx="2999232" cy="31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54680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Accessible 2D SVG topology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paired node and edge list for keyboard and screen-reader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023360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023360"/>
            <a:ext cx="2999232" cy="31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42232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Lazy-loaded WebGL scene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Three.js in a separate bundle, downloaded only on demand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59936" y="3054096"/>
            <a:ext cx="420624" cy="27432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1481328"/>
            <a:ext cx="3401568" cy="3566160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481328"/>
            <a:ext cx="3401568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8" y="2048256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73168" y="2048256"/>
            <a:ext cx="299923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2167128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REST + Server-Sent Events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one telemetry frame per tick, owned by a single 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73168" y="3035808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73168" y="3035808"/>
            <a:ext cx="299923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3154680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Incident detector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fixed 5-minute windows, baseline-relative threshold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73168" y="4023360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73168" y="4023360"/>
            <a:ext cx="299923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4142232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Lifecycle store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forward-only transitions, illegal moves rejected with HTTP 409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065008" y="3054096"/>
            <a:ext cx="420624" cy="27432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77072" y="1481328"/>
            <a:ext cx="3401568" cy="3566160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77072" y="1481328"/>
            <a:ext cx="3401568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DATA &amp; ALGORITHMS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2048256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2048256"/>
            <a:ext cx="2999232" cy="31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2167128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Seeded corpus generator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14,000 reproducible events across 8 services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3035808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3035808"/>
            <a:ext cx="2999232" cy="31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06256" y="3154680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com.loginsight.dsa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8 packages: string, dp, graph, flow, approximation, randomized, parallel, common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4023360"/>
            <a:ext cx="2999232" cy="896112"/>
          </a:xfrm>
          <a:prstGeom prst="roundRect">
            <a:avLst>
              <a:gd name="adj" fmla="val 9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4023360"/>
            <a:ext cx="2999232" cy="31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6" y="4142232"/>
            <a:ext cx="2743200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Hand-written structures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3B8CE"/>
                </a:solidFill>
                <a:latin typeface="Segoe UI"/>
              </a:rPr>
              <a:t>queue and stack underpinning the parallel algorithms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230368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3B8CE"/>
                </a:solidFill>
                <a:latin typeface="Segoe UI"/>
              </a:rPr>
              <a:t>One Server-Sent Events stream is owned by the client provider, so the overview, the live monitor and the workbench can never display contradictory numbers for the same tick.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Versions are pinned in the build, so the figures quoted in the results are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401568" cy="3218688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3401568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08483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8483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Java 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72491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Spring Boot 3.5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336499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Maven Wrapper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00507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0507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JUnit + JaCoCo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test +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481328"/>
            <a:ext cx="3401568" cy="3218688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481328"/>
            <a:ext cx="3401568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73168" y="208483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208483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React 18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8" y="272491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72491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TypeScript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36499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36499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Vite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73168" y="400507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400507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Vitest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unit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7072" y="1481328"/>
            <a:ext cx="3401568" cy="3218688"/>
          </a:xfrm>
          <a:prstGeom prst="roundRect">
            <a:avLst>
              <a:gd name="adj" fmla="val 5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77072" y="1481328"/>
            <a:ext cx="3401568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1645920"/>
            <a:ext cx="299923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DATA &amp; 3D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208483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4544" y="208483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Server-Sent 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telemetry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272491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272491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Three.js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WebGL topology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336499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336499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Playwright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18 browser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005072"/>
            <a:ext cx="2999232" cy="548640"/>
          </a:xfrm>
          <a:prstGeom prst="roundRect">
            <a:avLst>
              <a:gd name="adj" fmla="val 1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4005072"/>
            <a:ext cx="2706624" cy="5486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npm audit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0 vulnerabilities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901184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4901184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029200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viewport widths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1440x900 down to 360x800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4314" y="4901184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4314" y="4901184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3770" y="5029200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36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route declarations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 layout, 34 paths, 1 catch-all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1700" y="4901184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1700" y="4901184"/>
            <a:ext cx="4114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1156" y="5029200"/>
            <a:ext cx="3173882" cy="9692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19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navigation entries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5 Workspace, 14 Advanced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The structures the algorithms are built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Written for this project rather than borrowed, so their cost is explicit and testable.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7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Failure function (LPS)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48256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int[]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Longest proper prefix that is also a suffix of every pattern prefix. Built once, indexed on mismatch.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944368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944368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O(m)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4314" y="1481328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4314" y="1481328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7194" y="1627632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Trie + failure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7194" y="2048256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nodes[]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94" y="2340864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Aho-Corasick states. Goto edges completed so every character has a transition, plus dict-suffix output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7194" y="2944368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2058" y="2944368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O(states x alphabet)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700" y="1481328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1700" y="1481328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4580" y="1627632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Edit-distance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580" y="2048256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D[i][j]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4580" y="2340864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Dynamic programming table; a rolling row reduces the distance-only case to the shorter axis.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4580" y="2944368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9444" y="2944368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O(min(n, m))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657600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657600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803904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Dependency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24528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outbound / inbound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17136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Adjacency sets for both directions, so reachability and degree share one structure.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5120640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120640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O(V + 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4314" y="3657600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4314" y="3657600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7194" y="3803904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Fixed windows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7194" y="4224528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buckets[]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7194" y="4517136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Events bucketed by time span, error counts per bucket, then a linear merge over flagged windows.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7194" y="5120640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2058" y="5120640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O(n + W)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1700" y="3657600"/>
            <a:ext cx="3503066" cy="19385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1700" y="3657600"/>
            <a:ext cx="3503066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4580" y="3803904"/>
            <a:ext cx="3137306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Hand-written queue &amp; 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4580" y="4224528"/>
            <a:ext cx="3137306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CustomQueue / CustomStack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4580" y="4517136"/>
            <a:ext cx="3137306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Underpin the parallel algorithms, which then analyse work and span rather than wall-clock.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04580" y="5120640"/>
            <a:ext cx="3137306" cy="329184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9444" y="5120640"/>
            <a:ext cx="302757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sequential below 1024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Five production algorithms, and where the catalogue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first five run on every frame of the pipeline. The sixth is the study catalogue, kept visibly separate.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8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3515258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18488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KMP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39696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O(n + 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0586" y="2084832"/>
            <a:ext cx="1188720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5450" y="2084832"/>
            <a:ext cx="1078992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D3EE"/>
                </a:solidFill>
                <a:latin typeface="Segoe UI"/>
              </a:rPr>
              <a:t>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432304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Linear exact substring search; no backtracking.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481328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481328"/>
            <a:ext cx="3515258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9386" y="1618488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Aho-Corasick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386" y="2139696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1876" y="2084832"/>
            <a:ext cx="1188720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6740" y="2084832"/>
            <a:ext cx="1078992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D3EE"/>
                </a:solidFill>
                <a:latin typeface="Segoe UI"/>
              </a:rP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9386" y="2432304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Every error signature matched in one left-to-right pass.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9508" y="1481328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9508" y="1481328"/>
            <a:ext cx="3515258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0676" y="1618488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Levenshtein / Damerau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0676" y="2139696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O(nm)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3166" y="2084832"/>
            <a:ext cx="1188720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8030" y="2084832"/>
            <a:ext cx="1078992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D3EE"/>
                </a:solidFill>
                <a:latin typeface="Segoe UI"/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0676" y="2432304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Edit-distance DP ranks a 'did you mean' suggestion.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163824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163824"/>
            <a:ext cx="3515258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300984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BFS over dependency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822192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O(V + 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10586" y="3767328"/>
            <a:ext cx="1188720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5450" y="3767328"/>
            <a:ext cx="1078992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D3EE"/>
                </a:solidFill>
                <a:latin typeface="Segoe UI"/>
              </a:rPr>
              <a:t>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4114800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Blast radius reachable downstream of the failing service.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218" y="3163824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38218" y="3163824"/>
            <a:ext cx="3515258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9386" y="3300984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Fixed-window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386" y="3822192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O(n + W)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81876" y="3767328"/>
            <a:ext cx="1188720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6740" y="3767328"/>
            <a:ext cx="1078992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D3EE"/>
                </a:solidFill>
                <a:latin typeface="Segoe UI"/>
              </a:rPr>
              <a:t>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9386" y="4114800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Bucketed, baseline-relative threshold, merged into one window.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9508" y="3163824"/>
            <a:ext cx="3515258" cy="148132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9508" y="3163824"/>
            <a:ext cx="3515258" cy="31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0676" y="3300984"/>
            <a:ext cx="3112922" cy="49377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Suffix array + Kasai LCP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0676" y="3822192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Consolas"/>
              </a:rPr>
              <a:t>O(n log 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0558" y="3767328"/>
            <a:ext cx="1481328" cy="274320"/>
          </a:xfrm>
          <a:prstGeom prst="roundRect">
            <a:avLst>
              <a:gd name="adj" fmla="val 22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5422" y="3767328"/>
            <a:ext cx="1371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BBF24"/>
                </a:solidFill>
                <a:latin typeface="Segoe UI"/>
              </a:rPr>
              <a:t>STUDY CATALOGUE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0676" y="4114800"/>
            <a:ext cx="311292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Traceable phrase search over the corpus.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56048"/>
            <a:ext cx="3503066" cy="1133856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956048"/>
            <a:ext cx="41148" cy="113385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5084064"/>
            <a:ext cx="317388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42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algorithms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across 6 modules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4314" y="4956048"/>
            <a:ext cx="3503066" cy="1133856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44314" y="4956048"/>
            <a:ext cx="41148" cy="113385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63770" y="5084064"/>
            <a:ext cx="317388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36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reachable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via a canonical or trace endpoint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21700" y="4956048"/>
            <a:ext cx="3503066" cy="1133856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21700" y="4956048"/>
            <a:ext cx="41148" cy="113385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1156" y="5084064"/>
            <a:ext cx="317388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13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traceable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with a step-by-step trace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 frame is a pure function of scenario, seed and 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live surface is server-generated and deterministic, not recorded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9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Resolve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CatalogueDefinition supplies severity, affected services and declared error signatures.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54453" y="2487168"/>
            <a:ext cx="164592" cy="18288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46477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92781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2781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2781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Generate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2781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DeterministicRandom seeded by (scenario, seed, tick) yields the same events every time.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34002" y="2487168"/>
            <a:ext cx="164592" cy="18288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6026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2330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2330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330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Label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330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AhoCorasick matches the whole signature set in one left-to-right pass over each message.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13551" y="2487168"/>
            <a:ext cx="164592" cy="18288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5575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51879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Evaluate detector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1879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Fixed-window counts; flag buckets at max(3, 3 x baseline) and merge adjacent ones.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93100" y="2487168"/>
            <a:ext cx="164592" cy="18288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5124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31428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1428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1428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Compute blast radius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1428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BFS over outbound edges gives the services reachable downstream of the origin.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772649" y="2487168"/>
            <a:ext cx="164592" cy="182880"/>
          </a:xfrm>
          <a:prstGeom prst="rightArrow">
            <a:avLst/>
          </a:prstGeom>
          <a:solidFill>
            <a:srgbClr val="27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64673" y="1481328"/>
            <a:ext cx="1660093" cy="2395728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10977" y="1627632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10977" y="162763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1623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0977" y="2103120"/>
            <a:ext cx="1367485" cy="5120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Emit the frame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10977" y="2670048"/>
            <a:ext cx="136748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3B8CE"/>
                </a:solidFill>
                <a:latin typeface="Segoe UI"/>
              </a:rPr>
              <a:t>Metrics, events, signals, evidence, health, incidents and topology ship as one SSE payload.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169663"/>
            <a:ext cx="2599867" cy="109728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169663"/>
            <a:ext cx="41148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297679"/>
            <a:ext cx="2270683" cy="87782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scenarios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curated failure modes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6251" y="4169663"/>
            <a:ext cx="2599867" cy="109728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86251" y="4169663"/>
            <a:ext cx="41148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5707" y="4297679"/>
            <a:ext cx="2270683" cy="87782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window size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fixed buckets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05574" y="4169663"/>
            <a:ext cx="2599867" cy="109728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05574" y="4169663"/>
            <a:ext cx="41148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5030" y="4297679"/>
            <a:ext cx="2270683" cy="87782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max(3, 3x)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threshold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with an absolute floor of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24897" y="4169663"/>
            <a:ext cx="2599867" cy="1097280"/>
          </a:xfrm>
          <a:prstGeom prst="roundRect">
            <a:avLst>
              <a:gd name="adj" fmla="val 10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24897" y="4169663"/>
            <a:ext cx="41148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44353" y="4297679"/>
            <a:ext cx="2270683" cy="87782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38BDF8"/>
                </a:solidFill>
                <a:latin typeface="Segoe UI"/>
              </a:rPr>
              <a:t>8x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delivery speed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pacing only, never content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431536"/>
            <a:ext cx="1105783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C93AB"/>
                </a:solidFill>
                <a:latin typeface="Segoe UI"/>
              </a:rPr>
              <a:t>Raising delivery speed only paces frames. It never changes which events a tick contains, so a captured run is reproducible at any speed setting.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Command center: state and next action above the 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selected-window signals are readable without scrolling, and the simulation is reported separately from the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10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1435608"/>
            <a:ext cx="6995160" cy="4406265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rt-01-command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903720" cy="4314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924169"/>
            <a:ext cx="6903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Overview command center with the demo dataset loaded.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4696" y="148132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4696" y="148132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60934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Source in view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The active dataset, its event count and whether the current stream is replay or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4696" y="267004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4696" y="267004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279806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Backend-derived numbers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Dataset, window, services and detector windows are returned by the API, never invented client-side.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385876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54696" y="385876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398678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Compact hero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Dataset context, four headline figures and the primary actions all fit the first viewport at desktop width.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Scenario Lab: a run you can reproduce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Seven declared failure modes; a frame is a pure function of scenario, seed and tick.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449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rt-03-scenario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69" y="1481328"/>
            <a:ext cx="4710988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A run in progress: measured health elevated, phase at peak, one incident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6816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-02-scenario-catalog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36" y="1481328"/>
            <a:ext cx="4710988" cy="2944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1295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The catalogue with Checkout 5xx Cascade selected before the run begins.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Deterministic by construction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The same scenario and seed replay identically, so a screenshot is evidence rather than decoration.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6506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6506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9386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Signatures, not guesses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Aho-Corasick labels each generated message with the signature that caused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6084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6084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8964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Explicit provenance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Generated traffic is labelled as generated on every surface, never as captured telemetry.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Incident workbench: evidence, then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Three panes: incident navigator, selected incident, and health and topology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1435608"/>
            <a:ext cx="6995160" cy="4406265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rt-04-incident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903720" cy="4314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924169"/>
            <a:ext cx="6903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Incident workbench with a detected, resolved incident and its blast radius.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4696" y="148132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4696" y="148132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60934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Measured evidence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Severity, error rate, p95 latency and window size are measured, not asserted.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4696" y="267004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4696" y="267004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279806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Blast radius by traversal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Services reachable downstream over declared edges, labelled as traversal rather than confirmed root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3858768"/>
            <a:ext cx="3770071" cy="1060704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54696" y="385876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3986784"/>
            <a:ext cx="3367735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Forward-only lifecycle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B8CE"/>
                </a:solidFill>
                <a:latin typeface="Segoe UI"/>
              </a:rPr>
              <a:t>An illegal transition is rejected with HTTP 409 instead of being silently accepted.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One graph, two renderers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Both consume the same nodes and edges; the accessible map is always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449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rt-06-topology-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69" y="1481328"/>
            <a:ext cx="4710988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Two-dimensional service topology as an accessible SVG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6816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-07-topology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36" y="1481328"/>
            <a:ext cx="4710988" cy="2944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1295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Three-dimensional topology rendered as a real WebGL scene.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Accessible by default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The 2D view keeps a paired node and edge list for keyboard and screen-reader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6506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6506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9386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Lazy-loaded scene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Three.js ships in a separate bundle, downloaded only when 3D is selected.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6084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6084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8964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Explicit lifecycle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Content-keyed effect, forceContextLoss on unmount, context restoration and pause when off-screen.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Catalogue and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The study catalogue stays visibly separate from the production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449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rt-08-algorith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69" y="1481328"/>
            <a:ext cx="4710988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Algorithm catalogue with time and space complexity and exposure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6816" y="1435608"/>
            <a:ext cx="4802428" cy="3035807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-09-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36" y="1481328"/>
            <a:ext cx="4710988" cy="2944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1295" y="4544567"/>
            <a:ext cx="5373471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93AB"/>
                </a:solidFill>
                <a:latin typeface="Segoe UI"/>
              </a:rPr>
              <a:t>Analytics computed by the backend from the loaded demo corpus.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42 algorithms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Across 6 modules, from naive search to parallel prefix scan.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6506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6506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9386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36 reachable, 13 traceable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36 reachable through an endpoint across 35 dispatch keys; 13 traceable.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6084" y="4937760"/>
            <a:ext cx="3478682" cy="1353312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6084" y="4937760"/>
            <a:ext cx="347868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8964" y="5102352"/>
            <a:ext cx="3112922" cy="10789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Backend-computed aggregates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A3B8CE"/>
                </a:solidFill>
                <a:latin typeface="Segoe UI"/>
              </a:rPr>
              <a:t>Traffic, severity, HTTP and host rollups come from the API, not the browser.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What was actually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Figures below are the output of the verification commands on this revision, not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2021372" cy="1700784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202137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82496"/>
            <a:ext cx="1692188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7C93AB"/>
                </a:solidFill>
                <a:latin typeface="Segoe UI"/>
              </a:rPr>
              <a:t>BACKEND TESTS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910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3B8CE"/>
                </a:solidFill>
                <a:latin typeface="Segoe UI"/>
              </a:rPr>
              <a:t>mvnw -B verify — 0 failures, 0 errors, 0 skipped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6044" y="1481328"/>
            <a:ext cx="2021372" cy="1700784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6044" y="1481328"/>
            <a:ext cx="202137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636" y="1682496"/>
            <a:ext cx="1692188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7C93AB"/>
                </a:solidFill>
                <a:latin typeface="Segoe UI"/>
              </a:rPr>
              <a:t>FRONTEND UNIT TESTS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72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3B8CE"/>
                </a:solidFill>
                <a:latin typeface="Segoe UI"/>
              </a:rPr>
              <a:t>vitest run — 72 across 20 files, single aggregate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5160" y="1481328"/>
            <a:ext cx="2021372" cy="1700784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5160" y="1481328"/>
            <a:ext cx="202137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9752" y="1682496"/>
            <a:ext cx="1692188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7C93AB"/>
                </a:solidFill>
                <a:latin typeface="Segoe UI"/>
              </a:rPr>
              <a:t>BROWSER END-TO-END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18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3B8CE"/>
                </a:solidFill>
                <a:latin typeface="Segoe UI"/>
              </a:rPr>
              <a:t>Playwright — all routes, 2D/3D round trip, reduced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4276" y="1481328"/>
            <a:ext cx="2021372" cy="1700784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44276" y="1481328"/>
            <a:ext cx="202137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8868" y="1682496"/>
            <a:ext cx="1692188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7C93AB"/>
                </a:solidFill>
                <a:latin typeface="Segoe UI"/>
              </a:rPr>
              <a:t>DEPENDENCY AUDIT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3B8CE"/>
                </a:solidFill>
                <a:latin typeface="Segoe UI"/>
              </a:rPr>
              <a:t>npm audit — no vulnerabilities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3392" y="1481328"/>
            <a:ext cx="2021372" cy="1700784"/>
          </a:xfrm>
          <a:prstGeom prst="roundRect">
            <a:avLst>
              <a:gd name="adj" fmla="val 7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3392" y="1481328"/>
            <a:ext cx="2021372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7984" y="1682496"/>
            <a:ext cx="1692188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7C93AB"/>
                </a:solidFill>
                <a:latin typeface="Segoe UI"/>
              </a:rPr>
              <a:t>PRODUCTION BUILD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pass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3B8CE"/>
                </a:solidFill>
                <a:latin typeface="Segoe UI"/>
              </a:rPr>
              <a:t>tsc &amp;&amp; vite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456432"/>
            <a:ext cx="1105783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Browser verification, run separately because unit tests do not exercise layout or interaction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85616"/>
            <a:ext cx="2050633" cy="1426464"/>
          </a:xfrm>
          <a:prstGeom prst="roundRect">
            <a:avLst>
              <a:gd name="adj" fmla="val 7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31920"/>
            <a:ext cx="1758025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8FAFC"/>
                </a:solidFill>
                <a:latin typeface="Segoe UI"/>
              </a:rPr>
              <a:t>Zero console errors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B8CE"/>
                </a:solidFill>
                <a:latin typeface="Segoe UI"/>
              </a:rPr>
              <a:t>on every route of the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18729" y="3785616"/>
            <a:ext cx="2050633" cy="1426464"/>
          </a:xfrm>
          <a:prstGeom prst="roundRect">
            <a:avLst>
              <a:gd name="adj" fmla="val 7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5033" y="3931920"/>
            <a:ext cx="1758025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8FAFC"/>
                </a:solidFill>
                <a:latin typeface="Segoe UI"/>
              </a:rPr>
              <a:t>Zero horizontal overflow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B8CE"/>
                </a:solidFill>
                <a:latin typeface="Segoe UI"/>
              </a:rPr>
              <a:t>at 1440x900, 1280x800, 1024x768, 768x1024, 390x844 and 360x800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0530" y="3785616"/>
            <a:ext cx="2050633" cy="1426464"/>
          </a:xfrm>
          <a:prstGeom prst="roundRect">
            <a:avLst>
              <a:gd name="adj" fmla="val 7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6834" y="3931920"/>
            <a:ext cx="1758025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8FAFC"/>
                </a:solidFill>
                <a:latin typeface="Segoe UI"/>
              </a:rPr>
              <a:t>Contrast pass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B8CE"/>
                </a:solidFill>
                <a:latin typeface="Segoe UI"/>
              </a:rPr>
              <a:t>zero failures against the required 4.5:1 for body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2331" y="3785616"/>
            <a:ext cx="2050633" cy="1426464"/>
          </a:xfrm>
          <a:prstGeom prst="roundRect">
            <a:avLst>
              <a:gd name="adj" fmla="val 7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8635" y="3931920"/>
            <a:ext cx="1758025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8FAFC"/>
                </a:solidFill>
                <a:latin typeface="Segoe UI"/>
              </a:rPr>
              <a:t>Keyboard focus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B8CE"/>
                </a:solidFill>
                <a:latin typeface="Segoe UI"/>
              </a:rPr>
              <a:t>a visible indicator on every element reached by tabbing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74132" y="3785616"/>
            <a:ext cx="2050633" cy="1426464"/>
          </a:xfrm>
          <a:prstGeom prst="roundRect">
            <a:avLst>
              <a:gd name="adj" fmla="val 7000"/>
            </a:avLst>
          </a:prstGeom>
          <a:solidFill>
            <a:srgbClr val="1B3149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436" y="3931920"/>
            <a:ext cx="1758025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8FAFC"/>
                </a:solidFill>
                <a:latin typeface="Segoe UI"/>
              </a:rPr>
              <a:t>Runtime stability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B8CE"/>
                </a:solidFill>
                <a:latin typeface="Segoe UI"/>
              </a:rPr>
              <a:t>repeated 2D/3D switching, stream restarts and route changes: no DOM growth, no duplicated renderer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93AB"/>
                </a:solidFill>
                <a:latin typeface="Segoe UI"/>
              </a:rPr>
              <a:t>Continuous integration runs the Maven verify goal, the frontend suite, the TypeScript compile and the production build on every push to the main branch.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Limits, next steps and what the project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64008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8CE"/>
                </a:solidFill>
                <a:latin typeface="Segoe UI"/>
              </a:rPr>
              <a:t>Stating the boundary of the work is part of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LogInsight Analyzer  ·  DATA STRUCTURES AND ALGORITHMS-3  ·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93AB"/>
                </a:solidFill>
                <a:latin typeface="Segoe UI"/>
              </a:rPr>
              <a:t>16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5760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57607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FBBF24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In-memory, single-current-dataset state. No database, no durable uploads, no restart persistence.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FBBF24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No authentication or authorization. This is not a shared multi-user service.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FBBF24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Dataset Replay is a bounded replay of the loaded dataset, not a live collector.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FBBF24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Live Monitor is server-generated simulation from a scenario and seed, not captured telemetry.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FBBF24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Topology edges are request-trail adjacency inferred from requestId co-occurrence, not verified infrastructure.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627632"/>
            <a:ext cx="493135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938528"/>
            <a:ext cx="49313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22D3EE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Durable storage so a loaded dataset and its run history survive a restart.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22D3EE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A collector path so the platform can observe a real system rather than a generated one.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22D3EE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Authentication and per-operator incident assignment.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30" b="1">
                <a:solidFill>
                  <a:srgbClr val="22D3EE"/>
                </a:solidFill>
                <a:latin typeface="Segoe UI"/>
              </a:rPr>
              <a:t>— </a:t>
            </a:r>
            <a:r>
              <a:rPr sz="1130">
                <a:solidFill>
                  <a:srgbClr val="F8FAFC"/>
                </a:solidFill>
                <a:latin typeface="Segoe UI"/>
              </a:rPr>
              <a:t>Root-cause ranking that states a confidence score, once one can actually be computed.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24528"/>
            <a:ext cx="11057839" cy="1389888"/>
          </a:xfrm>
          <a:prstGeom prst="roundRect">
            <a:avLst>
              <a:gd name="adj" fmla="val 6000"/>
            </a:avLst>
          </a:prstGeom>
          <a:solidFill>
            <a:srgbClr val="14263A"/>
          </a:solidFill>
          <a:ln w="12700">
            <a:solidFill>
              <a:srgbClr val="27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224528"/>
            <a:ext cx="45720" cy="13898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What this project demonstrates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A3B8CE"/>
                </a:solidFill>
                <a:latin typeface="Segoe UI"/>
              </a:rPr>
              <a:t>Classical string matching, dynamic programming, graph traversal and randomized algorithms are not a laboratory exercise here: each one runs on every frame of a live stream, each one has a complexity claim, and each claim is checked by 910 backend tests, 72 frontend tests and 18 browser workflows that run against the real application rather than a mock.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Thank you  ·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LogInsight Analyzer — Algorithm-Driven Log Analysis and Incident Investigation</dc:title>
  <dc:subject>DATA STRUCTURES AND ALGORITHMS-3  ·  25CS2103E  ·  PBL</dc:subject>
  <dc:creator>KARKALA SHIVA REDDY, PARIPALLI NAVADEEP</dc:creator>
  <cp:keywords/>
  <dc:description>Generated by scripts/build_presentation.py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