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5560"/>
                </a:solidFill>
              </a:rPr>
              <a:t>DATA STRUCTURES AND ALGORITHMS-3  ·  25CS2103E  ·  PBL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A5560"/>
                </a:solidFill>
              </a:rPr>
              <a:t>LogInsight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0">
                <a:solidFill>
                  <a:srgbClr val="55625C"/>
                </a:solidFill>
              </a:rPr>
              <a:t>Algorithm-Driven Log Analysis and Incident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5625C"/>
                </a:solidFill>
              </a:rPr>
              <a:t>KARKALA SHIVA REDDY
2520030105</a:t>
            </a:r>
          </a:p>
          <a:p>
            <a:r>
              <a:rPr sz="1400" b="1">
                <a:solidFill>
                  <a:srgbClr val="55625C"/>
                </a:solidFill>
              </a:rPr>
              <a:t>PARIPALLI NAVADEEP
2520030196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Dr. J Sirisha Devi
Professor, Department of Computer Science and Engineering
Koneru Lakshmaiah Education Foundation  ·  2026-2027, Odd Semester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One error line, spread across seven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During an outage the evidence exists, but it is diluted, interleaved and queried faster than a human can read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A payment provider begins returning 502 responses.  ·  The order service retries; the gateway returns 504.  ·  Notifications stop; customers see failed checkouts.  ·  The causal line is scattered across seven services, in an order that does not match causation.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Why naive search fails: substring search is O(nm) and rescans the corpus; the engineer never learns which algorithm actually ran or what it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Classical algorithms, made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Each number on screen is traceable to the algorithm that produced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KMP  ·  O(n + m)    </a:t>
            </a:r>
            <a:r>
              <a:rPr sz="1200">
                <a:solidFill>
                  <a:srgbClr val="55625C"/>
                </a:solidFill>
              </a:rPr>
              <a:t>Linear exact substring search; no backtracking.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52344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Aho-Corasick  ·  O(n)    </a:t>
            </a:r>
            <a:r>
              <a:rPr sz="1200">
                <a:solidFill>
                  <a:srgbClr val="55625C"/>
                </a:solidFill>
              </a:rPr>
              <a:t>Every error signature matched in one left-to-right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Levenshtein / Damerau  ·  O(nm)    </a:t>
            </a:r>
            <a:r>
              <a:rPr sz="1200">
                <a:solidFill>
                  <a:srgbClr val="55625C"/>
                </a:solidFill>
              </a:rPr>
              <a:t>Edit-distance DP ranks a 'did you mean' suggestion.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59352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BFS over dependency graph  ·  O(V + E)    </a:t>
            </a:r>
            <a:r>
              <a:rPr sz="1200">
                <a:solidFill>
                  <a:srgbClr val="55625C"/>
                </a:solidFill>
              </a:rPr>
              <a:t>Blast radius reachable downstream of the failing service.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62856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Fixed-window detection  ·  O(n + W)    </a:t>
            </a:r>
            <a:r>
              <a:rPr sz="1200">
                <a:solidFill>
                  <a:srgbClr val="55625C"/>
                </a:solidFill>
              </a:rPr>
              <a:t>Bucketed, baseline-relative threshold, merged into one window.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10881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Suffix array + Kasai LCP  ·  O(n log n)    </a:t>
            </a:r>
            <a:r>
              <a:rPr sz="1200">
                <a:solidFill>
                  <a:srgbClr val="55625C"/>
                </a:solidFill>
              </a:rPr>
              <a:t>Traceable phrase search over the corpus.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Three layers, one server-owned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The backend owns telemetry; the browser renders API responses with their scope and provenance.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8813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PRESENTATION   React 18 · TypeScript · Vite · Motion
                    │  REST /api/*        SSE  /api/simulation/stream · /api/live · /api/runs/{id}/events
SPRING BOOT    DatasetService · LogIndex · Analytics · IncidentDetector · QueryDispatcher
                    │  one current in-memory dataset, process-local incident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Three SSE surfaces that are never conflated: generated simulation, bounded dataset replay, recorded trace replay.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Command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Selected-window metrics, observed relationships and detector windows — backend values only.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68096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Incident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Identity, measured context, evidence, blast radius and an explicit operator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68096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Service topology — one graph, two renderers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2D accessible SVG by default; 3D WebGL on demand with a working fallback.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68096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Algorithm catalogue and traceable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Module, query type, time and space complexity, and whether an entry is exposed or traceable.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68096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Logs and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Server-side search, filters and pagination; charts computed by the backend for the selected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029200" cy="31432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03120"/>
            <a:ext cx="5029200" cy="3143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States are explicit, never fabricated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No dataset and responsive mobile — onboarding rather than invented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3749039" cy="234314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103120"/>
            <a:ext cx="1774629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Claims that are 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Reproducible from the repository; CI runs the same commands on every push to 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</a:rPr>
              <a:t>Backend tests: 910</a:t>
            </a:r>
            <a:r>
              <a:rPr sz="1100">
                <a:solidFill>
                  <a:srgbClr val="55625C"/>
                </a:solidFill>
              </a:rPr>
              <a:t>   — mvnw -B verify — 0 failures, 0 errors, 0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24912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</a:rPr>
              <a:t>Frontend unit tests: 72</a:t>
            </a:r>
            <a:r>
              <a:rPr sz="1100">
                <a:solidFill>
                  <a:srgbClr val="55625C"/>
                </a:solidFill>
              </a:rPr>
              <a:t>   — vitest run — 72 across 20 files, single aggregate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55264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</a:rPr>
              <a:t>Browser end-to-end: 18</a:t>
            </a:r>
            <a:r>
              <a:rPr sz="1100">
                <a:solidFill>
                  <a:srgbClr val="55625C"/>
                </a:solidFill>
              </a:rPr>
              <a:t>   — Playwright — all routes, 2D/3D round trip, reduced motion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85615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</a:rPr>
              <a:t>Dependency audit: 0</a:t>
            </a:r>
            <a:r>
              <a:rPr sz="1100">
                <a:solidFill>
                  <a:srgbClr val="55625C"/>
                </a:solidFill>
              </a:rPr>
              <a:t>   — npm audit — no vulnerabilities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</a:rPr>
              <a:t>Production build: pass</a:t>
            </a:r>
            <a:r>
              <a:rPr sz="1100">
                <a:solidFill>
                  <a:srgbClr val="55625C"/>
                </a:solidFill>
              </a:rPr>
              <a:t>   — tsc &amp;&amp; vite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Bundle work that was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Route-level splitting and vendor chunking, measured from the production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First-load JS</a:t>
            </a:r>
            <a:r>
              <a:rPr sz="1100">
                <a:solidFill>
                  <a:srgbClr val="55625C"/>
                </a:solidFill>
              </a:rPr>
              <a:t>
before: shipped inside the entry chunk  →  after: 483 kB across four cacheable chunks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4436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5560"/>
                </a:solidFill>
              </a:rPr>
              <a:t>Three.js</a:t>
            </a:r>
            <a:r>
              <a:rPr sz="1100">
                <a:solidFill>
                  <a:srgbClr val="55625C"/>
                </a:solidFill>
              </a:rPr>
              <a:t>
before: loaded with the application  →  after: deferred until the 3D topology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The WebGL scene is rebuilt only when the graph genuinely changes, and its context is explicitly released on teardown rather than left to the browser's context cap.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What this project is not, so the claims above can be read honestly.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In-memory, single-current-dataset state. No database, no durable uploads, no restart persistence.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No authentication or authorization. This is not a shared multi-user service.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Dataset Replay is a bounded replay of the loaded dataset, not a live collector.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Live Monitor is server-generated simulation from a scenario and seed, not captured telemetry.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Topology edges are request-trail adjacency inferred from requestId co-occurrence, not verified infrastructure.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348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Benchmarks are host- and input-dependent measurements, not universal performance claims.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The 3D topology requires WebGL and falls back to 2D where it is unavailable.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·  Generated traffic is not production telemetry and is labelled as such throughout the interface.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A5560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A5560"/>
                </a:solidFill>
              </a:rPr>
              <a:t>Classical algorithms, applied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The DSA is load-bearing: it runs in the product pipeline, not only in a demonstration folder.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881360" cy="11430"/>
          </a:xfrm>
          <a:prstGeom prst="rect">
            <a:avLst/>
          </a:prstGeom>
          <a:solidFill>
            <a:srgbClr val="DC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625C"/>
                </a:solidFill>
              </a:rPr>
              <a:t>Every figure shown is returned by the backend. Where data does not exist the interface says so instead of inventing a value, and where a capability is unavailable the UI states the limitation rather than hiding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625C"/>
                </a:solidFill>
              </a:rPr>
              <a:t>LogInsight  ·  KLH_CSE_2026-27_DSA-3_S3_T17_Loginsight-Analyzer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0A5560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625C"/>
                </a:solidFill>
              </a:rPr>
              <a:t>Questions are welcome — particularly on the algorithm choices and the honesty constraints.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625C"/>
                </a:solidFill>
              </a:rPr>
              <a:t>KARKALA SHIVA REDDY (2520030105)  ·  PARIPALLI NAVADEEP (2520030196)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